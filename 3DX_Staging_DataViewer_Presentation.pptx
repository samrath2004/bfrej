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3DX Staging Data Viewer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0F0"/>
                </a:solidFill>
                <a:latin typeface="Arial"/>
              </a:defRPr>
            </a:pPr>
            <a:r>
              <a:t>Advanced Database Management &amp; SQL Query Interface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108960"/>
            <a:ext cx="2743200" cy="0"/>
          </a:xfrm>
          <a:prstGeom prst="rect">
            <a:avLst/>
          </a:prstGeom>
          <a:ln w="381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0F0F0"/>
                </a:solidFill>
                <a:latin typeface="Arial"/>
              </a:defRPr>
            </a:pPr>
            <a:r>
              <a:t>Engineering Team • 3DX Staging Database Initiative</a:t>
            </a:r>
            <a:br/>
            <a:r>
              <a:t>Deployed on: Azure Linux Server (azubl0009) • Secured with WebSSO</a:t>
            </a:r>
            <a:br/>
            <a:r>
              <a:t>Date: April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  <a:br/>
            <a:r>
              <a:t>React.js</a:t>
            </a:r>
          </a:p>
        </p:txBody>
      </p:sp>
      <p:sp>
        <p:nvSpPr>
          <p:cNvPr id="6" name="Octagon 5"/>
          <p:cNvSpPr/>
          <p:nvPr/>
        </p:nvSpPr>
        <p:spPr>
          <a:xfrm>
            <a:off x="3200400" y="1280160"/>
            <a:ext cx="731520" cy="182880"/>
          </a:xfrm>
          <a:prstGeom prst="octagon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0" y="1097280"/>
            <a:ext cx="2560320" cy="548640"/>
          </a:xfrm>
          <a:prstGeom prst="rect">
            <a:avLst/>
          </a:prstGeom>
          <a:solidFill>
            <a:srgbClr val="0066CC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0" y="1097280"/>
            <a:ext cx="2560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  <a:br/>
            <a:r>
              <a:t>Spring Boot</a:t>
            </a:r>
          </a:p>
        </p:txBody>
      </p:sp>
      <p:sp>
        <p:nvSpPr>
          <p:cNvPr id="9" name="Octagon 8"/>
          <p:cNvSpPr/>
          <p:nvPr/>
        </p:nvSpPr>
        <p:spPr>
          <a:xfrm>
            <a:off x="6858000" y="1280160"/>
            <a:ext cx="731520" cy="182880"/>
          </a:xfrm>
          <a:prstGeom prst="octagon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097280"/>
            <a:ext cx="1188720" cy="548640"/>
          </a:xfrm>
          <a:prstGeom prst="rect">
            <a:avLst/>
          </a:prstGeom>
          <a:solidFill>
            <a:srgbClr val="28A745"/>
          </a:solidFill>
          <a:ln w="25400"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097280"/>
            <a:ext cx="11887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Database</a:t>
            </a:r>
            <a:br/>
            <a:r>
              <a:t>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Key Architectural Features: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Arial"/>
              </a:defRPr>
            </a:pPr>
            <a:r>
              <a:t>• Multi-Database Support: PLMMediator, BOM, PLMDataLake</a:t>
            </a:r>
            <a:br/>
            <a:br/>
            <a:r>
              <a:t>• Interactive Table Browser: Real-time table loading &amp; viewing</a:t>
            </a:r>
            <a:br/>
            <a:br/>
            <a:r>
              <a:t>• Advanced SQL Query Interface: Custom SQL with metadata inspection</a:t>
            </a:r>
            <a:br/>
            <a:br/>
            <a:r>
              <a:t>• Connection Pooling: HikariCP for optimized database connections</a:t>
            </a:r>
            <a:br/>
            <a:br/>
            <a:r>
              <a:t>• Enterprise Security: WebSSO integration, HTTPS, secure credentials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Technical 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Challenges Overcome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1. Database Connectivity</a:t>
            </a:r>
            <a:br/>
            <a:r>
              <a:t>   Managing multi-database connections</a:t>
            </a:r>
            <a:br/>
            <a:br/>
            <a:r>
              <a:t>2. Session Management</a:t>
            </a:r>
            <a:br/>
            <a:r>
              <a:t>   WebSSO authentication integration</a:t>
            </a:r>
            <a:br/>
            <a:br/>
            <a:r>
              <a:t>3. Data Query Performance</a:t>
            </a:r>
            <a:br/>
            <a:r>
              <a:t>   Handling large dataset queries</a:t>
            </a:r>
            <a:br/>
            <a:br/>
            <a:r>
              <a:t>4. Connection Pooling</a:t>
            </a:r>
            <a:br/>
            <a:r>
              <a:t>   Optimizing HikariCP 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05840"/>
            <a:ext cx="3840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28A745"/>
                </a:solidFill>
                <a:latin typeface="Arial"/>
              </a:defRPr>
            </a:pPr>
            <a:r>
              <a:t>Solutions Implemented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38404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✓ Dynamic database selection</a:t>
            </a:r>
            <a:br/>
            <a:r>
              <a:t>  with connection validation</a:t>
            </a:r>
            <a:br/>
            <a:br/>
            <a:r>
              <a:t>✓ Secure token-based authentication</a:t>
            </a:r>
            <a:br/>
            <a:r>
              <a:t>  with session timeouts</a:t>
            </a:r>
            <a:br/>
            <a:br/>
            <a:r>
              <a:t>✓ Query result pagination</a:t>
            </a:r>
            <a:br/>
            <a:r>
              <a:t>  and lazy loading</a:t>
            </a:r>
            <a:br/>
            <a:br/>
            <a:r>
              <a:t>✓ Optimized pool settings:</a:t>
            </a:r>
            <a:br/>
            <a:r>
              <a:t>  maxPoolSize=20, timeout=10s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Purpose &amp;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1A1A1A"/>
                </a:solidFill>
                <a:latin typeface="Arial"/>
              </a:defRPr>
            </a:pPr>
            <a:r>
              <a:t>Problem: Teams struggled with manual database inspection and complex SQL queries against staging databases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Solution Provided: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23160"/>
            <a:ext cx="822960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1A1A1A"/>
                </a:solidFill>
                <a:latin typeface="Arial"/>
              </a:defRPr>
            </a:pPr>
            <a:r>
              <a:t>• Unified Interface: Single tool to explore PLMMediator, BOM, and PLMDataLake</a:t>
            </a:r>
            <a:br/>
            <a:br/>
            <a:r>
              <a:t>• Developer Productivity: Real-time table browsing eliminates manual queries</a:t>
            </a:r>
            <a:br/>
            <a:br/>
            <a:r>
              <a:t>• Testing Efficiency: QA team can validate data integrity and test scenarios</a:t>
            </a:r>
            <a:br/>
            <a:br/>
            <a:r>
              <a:t>• Data Governance: Metadata inspection and SQL query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Target End Users &amp; Impact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Developers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560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Arial"/>
              </a:defRPr>
            </a:pPr>
            <a:r>
              <a:t>• Debug data issues</a:t>
            </a:r>
            <a:br/>
            <a:r>
              <a:t>• Explore database schema</a:t>
            </a:r>
            <a:br/>
            <a:r>
              <a:t>• Test data transformations</a:t>
            </a:r>
            <a:br/>
            <a:r>
              <a:t>• Verify BOM data integrity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QA Engineers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560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Arial"/>
              </a:defRPr>
            </a:pPr>
            <a:r>
              <a:t>• Validate test data</a:t>
            </a:r>
            <a:br/>
            <a:r>
              <a:t>• Execute test scenarios</a:t>
            </a:r>
            <a:br/>
            <a:r>
              <a:t>• Monitor data consistency</a:t>
            </a:r>
            <a:br/>
            <a:r>
              <a:t>• Generate test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Data Analysts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645920"/>
            <a:ext cx="2560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A1A1A"/>
                </a:solidFill>
                <a:latin typeface="Arial"/>
              </a:defRPr>
            </a:pPr>
            <a:r>
              <a:t>• Analyze data patterns</a:t>
            </a:r>
            <a:br/>
            <a:r>
              <a:t>• Run complex queries</a:t>
            </a:r>
            <a:br/>
            <a:r>
              <a:t>• Extract metrics &amp; insights</a:t>
            </a:r>
            <a:br/>
            <a:r>
              <a:t>• Generate documentation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Expected Business Impact: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📈 30% reduction in debugging time through direct database access</a:t>
            </a:r>
            <a:br/>
            <a:r>
              <a:t>📈 50% faster test data validation with visual table browser</a:t>
            </a:r>
            <a:br/>
            <a:r>
              <a:t>📈 Improved data quality assurance with real-time inspection</a:t>
            </a:r>
            <a:br/>
            <a:r>
              <a:t>📈 Enhanced team collaboration through shared data 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  <a:latin typeface="Arial"/>
              </a:defRPr>
            </a:pPr>
            <a:r>
              <a:t>Future Roadmap &amp; Maintenance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8229600" cy="0"/>
          </a:xfrm>
          <a:prstGeom prst="rect">
            <a:avLst/>
          </a:prstGeom>
          <a:ln w="254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Future Enhancements: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840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✓ Q3 2024: Export to CSV/Excel</a:t>
            </a:r>
            <a:br/>
            <a:r>
              <a:t>✓ Q3 2024: Advanced filtering UI</a:t>
            </a:r>
            <a:br/>
            <a:r>
              <a:t>✓ Q4 2024: Query result caching</a:t>
            </a:r>
            <a:br/>
            <a:r>
              <a:t>✓ Q4 2024: API documentation</a:t>
            </a:r>
            <a:br/>
            <a:r>
              <a:t>✓ Q1 2025: Scheduled reports</a:t>
            </a:r>
            <a:br/>
            <a:r>
              <a:t>✓ Q1 2025: Data audit logging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0584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Maintenance &amp; Licensing: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17320"/>
            <a:ext cx="38404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🔧 Regular Updates: Monthly patches</a:t>
            </a:r>
            <a:br/>
            <a:r>
              <a:t>🔧 Security: Annual penetration testing</a:t>
            </a:r>
            <a:br/>
            <a:r>
              <a:t>🔧 Performance: Quarterly optimization</a:t>
            </a:r>
            <a:br/>
            <a:r>
              <a:t>📋 Stack: Open Source with ST licenses</a:t>
            </a:r>
            <a:br/>
            <a:r>
              <a:t>📋 Components: Spring Boot, React.js</a:t>
            </a:r>
            <a:br/>
            <a:r>
              <a:t>📋 Support: Internal DevOps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003366"/>
                </a:solidFill>
                <a:latin typeface="Arial"/>
              </a:defRPr>
            </a:pPr>
            <a:r>
              <a:t>Technical Stack &amp; Infrastructure: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A1A1A"/>
                </a:solidFill>
                <a:latin typeface="Arial"/>
              </a:defRPr>
            </a:pPr>
            <a:r>
              <a:t>Frontend: React.js 18 | Backend: Spring Boot 3.2 | Database: Multi-DB (MySQL, PostgreSQL, Oracle)</a:t>
            </a:r>
            <a:br/>
            <a:r>
              <a:t>Deployment: Azure Linux (azubl0009) | Connection Pooling: HikariCP | Security: WebSSO + HTTPS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